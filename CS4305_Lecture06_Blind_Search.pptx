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 ·  LECTURE 6  ·  TECHNIQUES: SEARCHING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(Uninformed) Search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when you have no idea where the goal is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Today's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lecture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parts of a problem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and search tree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and explored list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optimality, time, space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3258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will learn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1874520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828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"blind" search means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37760" y="2660904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660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61518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(BFS)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7760" y="3447288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4015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Search (DFS)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4233672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418795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Uniform-Cost Search (UCS)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5020056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5020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97433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Depth-limited, iterative deepening, bidirectional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"Blind" Mean?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709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(uninformed) search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only the problem definition: the actions and how to recognise the goal. It has NO hint about which direction is closer to the goal.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6583680" cy="3566160"/>
          </a:xfrm>
          <a:prstGeom prst="roundRect">
            <a:avLst>
              <a:gd name="adj" fmla="val 2564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697480"/>
            <a:ext cx="731520" cy="73152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287304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26974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lost keys in a dark house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566160"/>
            <a:ext cx="6035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see where the keys are.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A: check every room on the ground floor, then every room upstairs (that is BFS).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B: go into one room, search every cupboard deeply, then move to the next (that is DFS).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will find the keys — they only differ in the ORDER of searching.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406640" y="2514600"/>
            <a:ext cx="4236415" cy="3566160"/>
          </a:xfrm>
          <a:prstGeom prst="roundRect">
            <a:avLst>
              <a:gd name="adj" fmla="val 2564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768096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blind strategies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3154680"/>
            <a:ext cx="368777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(BFS)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(DFS)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Uniform-Cost (UCS)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Depth-Limited (DLS)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Deepening (IDDFS)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Difference: Which Node Comes Out Next?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is a list of nodes waiting to be expanded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img/fig_queue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9765"/>
            <a:ext cx="11094415" cy="326127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2560320"/>
                <a:gridCol w="35963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(FIFO)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(LIFO)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 (cheapest first)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Example Tree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A.  Goal = G.  We will run every algorithm on this same tree.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img/fig_bfs_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793647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1828800"/>
            <a:ext cx="4419295" cy="1828800"/>
          </a:xfrm>
          <a:prstGeom prst="roundRect">
            <a:avLst>
              <a:gd name="adj" fmla="val 5000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52360" y="242316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979" y="257677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321040" y="1828800"/>
            <a:ext cx="3093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orange numbers show the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which BFS visits the nodes. Before looking, try to guess the DFS order yourself!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223760" y="3931920"/>
            <a:ext cx="4419295" cy="1463040"/>
          </a:xfrm>
          <a:prstGeom prst="roundRect">
            <a:avLst>
              <a:gd name="adj" fmla="val 625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52360" y="434340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979" y="449701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21040" y="3931920"/>
            <a:ext cx="3093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examples we check for the goal when a node is taken OUT of the frontier.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Breadth-First Search (BFS)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709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ALL nodes at depth 1, then ALL at depth 2, and so on — like ripples spreading in water. Uses a QUEUE: the oldest node is expanded first.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67665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out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after adding children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D, 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D, E, F, 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E, F, G, 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F, G, H, 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G, H, 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 ✓ goal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path: A → C → 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589520" y="2468880"/>
            <a:ext cx="4053535" cy="2377440"/>
          </a:xfrm>
          <a:prstGeom prst="roundRect">
            <a:avLst>
              <a:gd name="adj" fmla="val 3846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863840" y="260604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idea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3035808"/>
            <a:ext cx="3504895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= [start]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queue: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 = queue.pop(0)   # FRONT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node == goal: done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queue += children(node) # BACK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5029200"/>
            <a:ext cx="4053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children always join at the BACK of the queue.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BFS: Good and Bad Points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7864" cy="283464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727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15414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YES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04288"/>
            <a:ext cx="2110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always find a solution if one exists (finite b).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90824" y="1371600"/>
            <a:ext cx="2567864" cy="283464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9424" y="15727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71541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96664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YES*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19424" y="2304288"/>
            <a:ext cx="2110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path with the FEWEST steps. *Best only if every step costs the same.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233008" y="1371600"/>
            <a:ext cx="2567864" cy="283464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1608" y="15727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71541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38848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O(b^d)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61608" y="2304288"/>
            <a:ext cx="2110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at every node up to the goal depth.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9075191" y="1371600"/>
            <a:ext cx="2567864" cy="283464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03791" y="157276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715414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81031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O(b^d)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303791" y="2304288"/>
            <a:ext cx="2110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remember the whole level — its biggest problem.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452628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7240" y="480060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4954219"/>
            <a:ext cx="332842" cy="33284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45920" y="4526280"/>
            <a:ext cx="9768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map: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found Peshawar → Islamabad → Lahore → Multan: only 3 roads, but 900 km. Fewest steps is not the same as fewest kilometres!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Depth-First Search (DFS)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5" name="Image 0" descr="img/fig_dfs_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457071" cy="402336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34440"/>
          <a:ext cx="524225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2956255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out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(top on right)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E, 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E, 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G, 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path: A → C → 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34924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77240" y="5486400"/>
            <a:ext cx="502920" cy="50292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5607101"/>
            <a:ext cx="261518" cy="26151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53492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</a:t>
            </a: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as DEEP as possible first; when stuck, back up. Uses a STACK: the newest node is expanded first.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DFS: Good and Bad Points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7864" cy="301752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727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15414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NO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04288"/>
            <a:ext cx="2110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go down an endless path or loop forever (safe only in finite graphs with an explored list).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90824" y="1371600"/>
            <a:ext cx="2567864" cy="301752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9424" y="157276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71541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96664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NO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19424" y="2304288"/>
            <a:ext cx="2110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first solution it meets, which may be long.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233008" y="1371600"/>
            <a:ext cx="2567864" cy="301752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1608" y="15727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71541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38848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O(b^m)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61608" y="2304288"/>
            <a:ext cx="2110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maximum depth; can be much worse than BFS.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9075191" y="1371600"/>
            <a:ext cx="2567864" cy="301752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03791" y="15727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715414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81031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O(b·m)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303791" y="2304288"/>
            <a:ext cx="2110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remembers one path plus siblings — its big advantage!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46634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7240" y="484632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4999939"/>
            <a:ext cx="332842" cy="33284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45920" y="4663440"/>
            <a:ext cx="9768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map: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found a 1,030 km route — a valid path, but the worst of the three algorithms.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vs DFS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611880"/>
                <a:gridCol w="363931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by level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deepest first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(FIFO)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(LIFO)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shortest (fewest steps) path?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needed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High: O(b^d)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Low: O(b·m)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out of memory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lost in deep or infinite paths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when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is near the start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solutions exist and memory is small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Uniform-Cost Search (UCS)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5" name="Image 0" descr="img/fig_ucs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937763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297680"/>
            <a:ext cx="6035040" cy="1463040"/>
          </a:xfrm>
          <a:prstGeom prst="roundRect">
            <a:avLst>
              <a:gd name="adj" fmla="val 625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470916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486277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42976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have different lengths, so always expand the path with the LOWEST total cost so far — g(n). Uses a priority queue.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325880"/>
          <a:ext cx="478505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231617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out (cost)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Frontier, cheapest first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(0)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1, B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3, B 4, C 6, G 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5, C 6, G 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8, G 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(8) 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 → B → C → 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858000" y="4572000"/>
            <a:ext cx="47850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yes · Optimal: YES (always the cheapest path) · Same as BFS when every step costs 1.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Depth-Limited Search (DLS)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709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with a rule: "never go deeper than limit L". Nodes at depth L are treated as if they have no children.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7157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858414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7157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DFS's problem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447288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never get lost in an endless path.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338218" y="251460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66818" y="271576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2858414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44058" y="27157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problem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566818" y="3447288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 is smaller than the goal depth d, it fails. If L is too big, it wastes time.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127797" y="251460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56397" y="27157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2858414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33637" y="27157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L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356397" y="3447288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knowledge: a map with 11 cities needs at most 10 roads, so L = 10 is safe.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only if L ≥ d  ·  Optimal: no  ·  Time: O(b^L)  ·  Space: O(b·L)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Deepening Search (IDDFS)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5" name="Image 0" descr="img/fig_iddf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4428"/>
            <a:ext cx="11094415" cy="25289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526280"/>
            <a:ext cx="3515258" cy="1600200"/>
          </a:xfrm>
          <a:prstGeom prst="roundRect">
            <a:avLst>
              <a:gd name="adj" fmla="val 571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4727448"/>
            <a:ext cx="457200" cy="45720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483717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4727448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321808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memory like DFS, finds the shallowest goal like BFS.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38218" y="4526280"/>
            <a:ext cx="3515258" cy="1600200"/>
          </a:xfrm>
          <a:prstGeom prst="roundRect">
            <a:avLst>
              <a:gd name="adj" fmla="val 571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66818" y="4727448"/>
            <a:ext cx="457200" cy="4572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546" y="483717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06898" y="4727448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it wasteful?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5321808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levels are repeated, but most nodes are in the bottom level: only about 11% extra work (b = 10).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27797" y="4526280"/>
            <a:ext cx="3515258" cy="1600200"/>
          </a:xfrm>
          <a:prstGeom prst="roundRect">
            <a:avLst>
              <a:gd name="adj" fmla="val 571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56397" y="4727448"/>
            <a:ext cx="457200" cy="45720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125" y="483717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96477" y="4727448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best blind choice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5321808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search space is big and the goal depth is unknown.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Search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5" name="Image 0" descr="img/fig_bidirect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11709"/>
            <a:ext cx="6583680" cy="30458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371600"/>
            <a:ext cx="4327855" cy="1737360"/>
          </a:xfrm>
          <a:prstGeom prst="roundRect">
            <a:avLst>
              <a:gd name="adj" fmla="val 5263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43800" y="192024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419" y="207385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0" y="1371600"/>
            <a:ext cx="30019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forward from the start AND backward from the goal at the same time. Stop when the two searches meet.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315200" y="3291840"/>
            <a:ext cx="4327855" cy="1737360"/>
          </a:xfrm>
          <a:prstGeom prst="roundRect">
            <a:avLst>
              <a:gd name="adj" fmla="val 526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543800" y="384048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419" y="399409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12480" y="3291840"/>
            <a:ext cx="30019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faster: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10, d = 6: one search ≈ 1,000,000 nodes; two half searches ≈ 2 × 1,000 = 2,000 nodes!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Catch: we must know the goal state exactly and be able to move backwards (fine for maps, hard for chess).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All Six Blind Searches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286000"/>
                <a:gridCol w="2743200"/>
                <a:gridCol w="1709928"/>
                <a:gridCol w="1700784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(equal step costs)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O(b^d)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O(b^d)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Uniform-Cost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O(b^d)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O(b^d)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O(b^m)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O(b·m)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Depth-Limited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(only if L ≥ 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O(b^L)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O(b·L)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Deepening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(equal step costs)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O(b^d)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O(b·d)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Bidirectional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(equal step costs)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O(b^(d/2))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O(b^(d/2))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branching factor,  d = depth of the shallowest goal,  m = maximum depth,  L = depth limit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Blind Search Should I Use?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15258" cy="2217420"/>
          </a:xfrm>
          <a:prstGeom prst="roundRect">
            <a:avLst>
              <a:gd name="adj" fmla="val 412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727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15414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5727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step costs, enough memory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04288"/>
            <a:ext cx="305805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BFS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38218" y="1371600"/>
            <a:ext cx="3515258" cy="2217420"/>
          </a:xfrm>
          <a:prstGeom prst="roundRect">
            <a:avLst>
              <a:gd name="adj" fmla="val 412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6818" y="15727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71541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4058" y="15727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have different costs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66818" y="2304288"/>
            <a:ext cx="305805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Uniform-Cost Search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8127797" y="1371600"/>
            <a:ext cx="3515258" cy="2217420"/>
          </a:xfrm>
          <a:prstGeom prst="roundRect">
            <a:avLst>
              <a:gd name="adj" fmla="val 412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56397" y="15727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71541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33637" y="15727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space, goal depth unknown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356397" y="2304288"/>
            <a:ext cx="305805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Iterative Deepening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548640" y="3863340"/>
            <a:ext cx="3515258" cy="2217420"/>
          </a:xfrm>
          <a:prstGeom prst="roundRect">
            <a:avLst>
              <a:gd name="adj" fmla="val 412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06450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207154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54480" y="40645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little memory, any answer is fine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4796028"/>
            <a:ext cx="305805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DFS (with a depth limit)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4338218" y="3863340"/>
            <a:ext cx="3515258" cy="2217420"/>
          </a:xfrm>
          <a:prstGeom prst="roundRect">
            <a:avLst>
              <a:gd name="adj" fmla="val 412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66818" y="40645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4207154"/>
            <a:ext cx="309067" cy="30906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44058" y="40645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and goal both known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4566818" y="4796028"/>
            <a:ext cx="305805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Bidirectional</a:t>
            </a:r>
            <a:endParaRPr lang="en-US" sz="2000" dirty="0"/>
          </a:p>
        </p:txBody>
      </p:sp>
      <p:sp>
        <p:nvSpPr>
          <p:cNvPr id="30" name="Shape 23"/>
          <p:cNvSpPr/>
          <p:nvPr/>
        </p:nvSpPr>
        <p:spPr>
          <a:xfrm>
            <a:off x="8127797" y="3863340"/>
            <a:ext cx="3515258" cy="2217420"/>
          </a:xfrm>
          <a:prstGeom prst="roundRect">
            <a:avLst>
              <a:gd name="adj" fmla="val 412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56397" y="40645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4207154"/>
            <a:ext cx="309067" cy="30906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133637" y="40645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 hint about the goal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8356397" y="4796028"/>
            <a:ext cx="305805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Heuristic search (next lecture!)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Colab Lab 6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CS4305_Lab06_Blind_Search.ipynb in Google Colab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4401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step by step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queue change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6818" y="18013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4401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step by step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stack change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6397" y="18013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4401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3637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DLS and IDDFS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0, 1, 2 ...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372160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864254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Uniform-Cost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route on the map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338218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6818" y="37216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3864254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4058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66818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Roads, km and steps for each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127797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6397" y="37216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3864254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33637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routes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56397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three paths on the map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starts with a 📊 picture that explains the idea, then the 💻 code, then 📝 lab tasks at the end.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search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hint about the goal; algorithms differ only in which node they expand next.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queue: complete, fewest steps, but needs lots of memory.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stack: little memory, but not complete and not optimal.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the cheapest path first: optimal when step costs differ.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depth limit; </a:t>
            </a: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IDDFS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DLS with growing limits — often the best blind choice.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from both ends and meets in the middle.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blind and informed search?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tree of depth 3 and write the BFS and DFS visit orders.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BFS use a queue and DFS use a stack?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DFS not complete? How does depth-limited search fix this?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UCS on the S-A-B-C-G graph and show the frontier at each step.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iterative deepening. Why is the repeated work not a big problem?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table comparing BFS, DFS, UCS and IDDFS on completeness, optimality, time and space.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Knowledge-Directed (Heuristic) Search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best-first · A* · Hill climbing · Minimax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CS4305 Lecture 6 - Blind Search</dc:title>
  <dc:subject>PptxGenJS Presentation</dc:subject>
  <dc:creator>CS4305 Artificial Intelligence</dc:creator>
  <cp:lastModifiedBy>CS4305 Artificial Intelligence</cp:lastModifiedBy>
  <cp:revision>1</cp:revision>
  <dcterms:created xsi:type="dcterms:W3CDTF">2026-09-11T14:11:44Z</dcterms:created>
  <dcterms:modified xsi:type="dcterms:W3CDTF">2026-09-11T14:11:44Z</dcterms:modified>
</cp:coreProperties>
</file>